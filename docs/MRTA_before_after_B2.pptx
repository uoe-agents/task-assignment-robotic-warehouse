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5581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MRTA Architecture: Before vs After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summary for project discussion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52578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6309360" y="1005840"/>
            <a:ext cx="52578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68680" y="12161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537960" y="12161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1600200"/>
            <a:ext cx="4572000" cy="3154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>
              <a:buSzPct val="100000"/>
            </a:pPr>
            <a:r>
              <a:rPr lang="en-US" sz="15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SB3 PPO with MlpPolicy</a:t>
            </a:r>
            <a:endParaRPr lang="en-US" sz="1500" dirty="0"/>
          </a:p>
          <a:p>
            <a:pPr>
              <a:buSzPct val="100000"/>
            </a:pPr>
            <a:r>
              <a:rPr lang="en-US" sz="15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Observation was a fixed vector</a:t>
            </a:r>
            <a:endParaRPr lang="en-US" sz="1500" dirty="0"/>
          </a:p>
          <a:p>
            <a:pPr>
              <a:buSzPct val="100000"/>
            </a:pPr>
            <a:r>
              <a:rPr lang="en-US" sz="15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Graph info was compressed outside the policy</a:t>
            </a:r>
            <a:endParaRPr lang="en-US" sz="1500" dirty="0"/>
          </a:p>
          <a:p>
            <a:pPr>
              <a:buSzPct val="100000"/>
            </a:pPr>
            <a:r>
              <a:rPr lang="en-US" sz="15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If a GNN existed, it was only a feature generator</a:t>
            </a:r>
            <a:endParaRPr lang="en-US" sz="1500" dirty="0"/>
          </a:p>
          <a:p>
            <a:pPr>
              <a:buSzPct val="100000"/>
            </a:pPr>
            <a:r>
              <a:rPr lang="en-US" sz="15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PPO learned the policy, but not the graph representation</a:t>
            </a:r>
            <a:endParaRPr lang="en-US" sz="1500" dirty="0"/>
          </a:p>
          <a:p>
            <a:pPr>
              <a:buSzPct val="100000"/>
            </a:pPr>
            <a:r>
              <a:rPr lang="en-US" sz="15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Invalid actions could still be sampled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0" y="1600200"/>
            <a:ext cx="4572000" cy="3154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>
              <a:buSzPct val="100000"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SB3 keeps the same training framework</a:t>
            </a:r>
            <a:endParaRPr lang="en-US" sz="1500" dirty="0"/>
          </a:p>
          <a:p>
            <a:pPr>
              <a:buSzPct val="100000"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New graph_dict observation carries padded graph tensors</a:t>
            </a:r>
            <a:endParaRPr lang="en-US" sz="1500" dirty="0"/>
          </a:p>
          <a:p>
            <a:pPr>
              <a:buSzPct val="100000"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MultiInputPolicy uses a trainable GNNFeatureExtractor</a:t>
            </a:r>
            <a:endParaRPr lang="en-US" sz="1500" dirty="0"/>
          </a:p>
          <a:p>
            <a:pPr>
              <a:buSzPct val="100000"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GNN + pooling create a fixed embedding inside the policy</a:t>
            </a:r>
            <a:endParaRPr lang="en-US" sz="1500" dirty="0"/>
          </a:p>
          <a:p>
            <a:pPr>
              <a:buSzPct val="100000"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PPO now learns policy + graph embeddings end to end</a:t>
            </a:r>
            <a:endParaRPr lang="en-US" sz="1500" dirty="0"/>
          </a:p>
          <a:p>
            <a:pPr>
              <a:buSzPct val="100000"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MaskablePPO blocks invalid actions before sampling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25312" y="283464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68680" y="5486399"/>
            <a:ext cx="10424160" cy="1231641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1097280" y="5590157"/>
            <a:ext cx="9966960" cy="524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value: we moved from fixed graph features to a trainable graph representation, while keeping SB3, PPO, and the main MRTA workflow.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14400" y="6355079"/>
            <a:ext cx="10149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Input: warehouse state -&gt; graph / graph_dict | Output: task-slot assignment per robot | Goal: higher throughput with valid decisions</a:t>
            </a:r>
            <a:endParaRPr lang="en-US" sz="14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845</TotalTime>
  <Words>168</Words>
  <Application>Microsoft Office PowerPoint</Application>
  <PresentationFormat>Widescreen</PresentationFormat>
  <Paragraphs>20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Aptos</vt:lpstr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MRTA Architecture - Before vs After</dc:title>
  <dc:subject>PptxGenJS Presentation</dc:subject>
  <dc:creator>OpenAI</dc:creator>
  <cp:lastModifiedBy>Horacio Grass Boada</cp:lastModifiedBy>
  <cp:revision>4</cp:revision>
  <dcterms:created xsi:type="dcterms:W3CDTF">2026-03-24T18:41:15Z</dcterms:created>
  <dcterms:modified xsi:type="dcterms:W3CDTF">2026-03-25T08:47:54Z</dcterms:modified>
</cp:coreProperties>
</file>